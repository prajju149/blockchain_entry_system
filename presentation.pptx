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Blockchain-Based Entry/Exit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Presentation</a:t>
            </a:r>
          </a:p>
          <a:p>
            <a:r>
              <a:t>Author: Your Name</a:t>
            </a:r>
          </a:p>
          <a:p>
            <a:r>
              <a:t>Date: 2025-12-07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Build a secure entry/exit tracking prototype for multi-tenant housing</a:t>
            </a:r>
          </a:p>
          <a:p>
            <a:pPr>
              <a:defRPr sz="1800"/>
            </a:pPr>
            <a:r>
              <a:t>Use QR codes + optional biometric fingerprints</a:t>
            </a:r>
          </a:p>
          <a:p>
            <a:pPr>
              <a:defRPr sz="1800"/>
            </a:pPr>
            <a:r>
              <a:t>Record events to a tamper-evident file-backed blockchain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QR generation and live browser scanning</a:t>
            </a:r>
          </a:p>
          <a:p>
            <a:pPr>
              <a:defRPr sz="1800"/>
            </a:pPr>
            <a:r>
              <a:t>Per-resident profile storage (JSON)</a:t>
            </a:r>
          </a:p>
          <a:p>
            <a:pPr>
              <a:defRPr sz="1800"/>
            </a:pPr>
            <a:r>
              <a:t>Blockchain ledger with SHA256 + HMAC-SHA256</a:t>
            </a:r>
          </a:p>
          <a:p>
            <a:pPr>
              <a:defRPr sz="1800"/>
            </a:pPr>
            <a:r>
              <a:t>Simple Flask REST API + single file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single `dashboard.html` (QR scanner, register, ledger viewer)</a:t>
            </a:r>
          </a:p>
          <a:p>
            <a:pPr>
              <a:defRPr sz="1800"/>
            </a:pPr>
            <a:r>
              <a:t>Backend: Flask app serving API endpoints and QR creation</a:t>
            </a:r>
          </a:p>
          <a:p>
            <a:pPr>
              <a:defRPr sz="1800"/>
            </a:pPr>
            <a:r>
              <a:t>Storage: JSON files for residents, chain, and QR assets</a:t>
            </a:r>
          </a:p>
          <a:p>
            <a:pPr>
              <a:defRPr sz="1800"/>
            </a:pPr>
            <a:r>
              <a:t>Security: HMAC signing for ledger integrity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1) Run the server locally: `python wsgi.py`</a:t>
            </a:r>
          </a:p>
          <a:p>
            <a:pPr>
              <a:defRPr sz="1800"/>
            </a:pPr>
            <a:r>
              <a:t>2) Open dashboard: `http://127.0.0.1:5000/`</a:t>
            </a:r>
          </a:p>
          <a:p>
            <a:pPr>
              <a:defRPr sz="1800"/>
            </a:pPr>
            <a:r>
              <a:t>3) Register a resident and scan QR to log entries</a:t>
            </a:r>
          </a:p>
          <a:p>
            <a:pPr>
              <a:defRPr sz="1800"/>
            </a:pPr>
            <a:r>
              <a:t>4) View ledger tab to see signed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GitHub Actions → Heroku pipeline included</a:t>
            </a:r>
          </a:p>
          <a:p>
            <a:pPr>
              <a:defRPr sz="1800"/>
            </a:pPr>
            <a:r>
              <a:t>Procfile + runtime.txt + gunicorn used for production</a:t>
            </a:r>
          </a:p>
          <a:p>
            <a:pPr>
              <a:defRPr sz="1800"/>
            </a:pPr>
            <a:r>
              <a:t>See GITHUB_DEPLOYMENT.md and DEPLOYMENT.md for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&amp;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Event generated on scan → stored in ledger JSON</a:t>
            </a:r>
          </a:p>
          <a:p>
            <a:pPr>
              <a:defRPr sz="1800"/>
            </a:pPr>
            <a:r>
              <a:t>Each block includes previous hash and HMAC signature</a:t>
            </a:r>
          </a:p>
          <a:p>
            <a:pPr>
              <a:defRPr sz="1800"/>
            </a:pPr>
            <a:r>
              <a:t>Tamper evidence provided by chained hashes and HMAC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Replace biometric stubs with ML models (optional)</a:t>
            </a:r>
          </a:p>
          <a:p>
            <a:pPr>
              <a:defRPr sz="1800"/>
            </a:pPr>
            <a:r>
              <a:t>Add authentication &amp; HTTPS for production</a:t>
            </a:r>
          </a:p>
          <a:p>
            <a:pPr>
              <a:defRPr sz="1800"/>
            </a:pPr>
            <a:r>
              <a:t>Migrate storage to a small DB for concurrency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Contact: your-email@example.com</a:t>
            </a:r>
          </a:p>
          <a:p>
            <a:pPr>
              <a:defRPr sz="1800"/>
            </a:pPr>
            <a:r>
              <a:t>Repo: include link to GitHub for project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